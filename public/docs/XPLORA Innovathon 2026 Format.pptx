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468B-522C-461D-0FC1-3EC6CE58F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947FF-673D-1353-C296-2E97CC4CC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C40F6-BDA9-FF41-4FED-DEAAE4A2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9A82-40B6-6E38-D019-0DAE7C52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D3496-CCB5-444C-0C01-5E4384F69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9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4069-D913-EB61-648F-8FF7E252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7851E-F05C-E344-694B-A6E3B4D9A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7D1FB-1225-FFAB-6AB5-41ACB99A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CF00-8784-72DB-A332-7CEF18D2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61919-6851-2BBB-0144-3259F5A7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94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48DA-DF56-5C55-71CD-B6F26A94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A280F-1981-300C-2667-3F50DDE33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D102D-0CEB-3E85-6B4F-51AA8529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91C52-4040-2A43-0DEB-3FDD78C0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E62D9-C548-FCD1-4909-4D304260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47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D8B8-DEBE-319A-12FC-19D41D64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52A1-A248-4407-189B-FBC131CC6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4967B-22A6-14AD-A25C-466DDC29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B8763-6535-5B11-1BB6-A3A520BCE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4067C-AA54-5F08-AECB-9DD2DE4E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746CD-77BD-66D4-1444-C639A0D6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0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9AFF-DE54-4D85-62EE-B37197D6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AC1B3-39CE-53D0-35C0-34F62E135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FF609-C88B-E9F4-A7E4-8F8FD7323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DF621-33EA-621F-B25A-A9790C159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4A46E-D84A-BBC0-112A-16D040DF7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43180-77FB-600F-3CAC-5424B696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3F676-7FA6-4944-2875-C2110882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D7CE1-3A04-2380-3198-3DCD5AE6A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05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1A3B-C240-381C-608D-76EDC8B8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325FC-9F7D-76DB-4070-BA169E50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0B946-5299-C695-7A6A-7933B291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ABD68-4403-FD4D-A18C-AB00D40D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66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D4EB1-52D3-60D6-AA90-D87F1948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67CDB-7B5A-248C-3850-B07DD50D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3A7FA-8437-A9BF-357B-CEFA683A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79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5B4A-33D4-09EB-82D3-28148BA9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48F6C-5E3A-B53F-A910-4D264230F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8537F-380E-3627-80E9-37F79C525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C65EE-8E5D-EF65-95D8-7432A698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89CFD-7FA3-66CF-0775-BD97720C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20EA-8184-74A3-5B13-D5FF2758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D0FE-E504-1798-EE44-E78314B0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E0A5E-E5AF-A718-3AA4-646810E74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621C6-0D81-65D7-705B-5A388C995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E4FC9-F98C-A167-AA51-154DE7F7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27564-0E77-E866-0A09-FD70C52E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6EF3C-B694-1758-BC5D-A6274E60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03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E2DC-6D27-B128-5F6D-CD6143FF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55306-9DAF-77E0-33EA-696516454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DA509-4948-1536-51B7-38F085BB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CD2DE-3E38-BEA0-D9BA-968362C4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1997E-5955-7AF1-CD57-48838DDD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7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E6819-0F3B-2B21-A28C-551541B7E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E7F5E-01EB-C74D-1E00-D74D345F3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52900-88E3-0425-2FBE-34F8C301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19C9-1964-6A0F-42E0-F6FF31E6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6F629-1188-AA57-3ED4-7DF921A0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4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23C4C-A09D-630D-C060-CA4F3E9B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47205-C1EF-3BEB-A767-8693755B4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D0BB0-D55B-6955-CECD-40DE19D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C8B09-AAD4-4972-902B-B1E917F3EEF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1B88D-32ED-7B62-ACD2-BD4177CAD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AC062-1341-19F7-3820-0B2085035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5B5CF-2A85-4AEE-8B59-B0D5299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7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78A10F-EE17-38D5-1F14-7C346D663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56737"/>
            <a:ext cx="932569" cy="1155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07D6EB-7730-389F-9DD8-348EF993D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532" y="49401"/>
            <a:ext cx="1179275" cy="1355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6C9885-E593-DE04-13A9-E2777C576073}"/>
              </a:ext>
            </a:extLst>
          </p:cNvPr>
          <p:cNvSpPr txBox="1"/>
          <p:nvPr/>
        </p:nvSpPr>
        <p:spPr>
          <a:xfrm>
            <a:off x="1823883" y="861178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D4FCE-2FC1-52B0-B5B9-43C4AA20D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5" t="14552" r="14680" b="14546"/>
          <a:stretch>
            <a:fillRect/>
          </a:stretch>
        </p:blipFill>
        <p:spPr>
          <a:xfrm>
            <a:off x="5343918" y="49401"/>
            <a:ext cx="1000928" cy="9233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69FFF8-DDBA-0423-6702-69F11FB645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6" t="19686" r="14585" b="33309"/>
          <a:stretch>
            <a:fillRect/>
          </a:stretch>
        </p:blipFill>
        <p:spPr>
          <a:xfrm>
            <a:off x="3862497" y="232426"/>
            <a:ext cx="795300" cy="7078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90CE73-34CE-D277-C297-A7DF49E61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2" b="6764"/>
          <a:stretch>
            <a:fillRect/>
          </a:stretch>
        </p:blipFill>
        <p:spPr>
          <a:xfrm>
            <a:off x="6921789" y="118231"/>
            <a:ext cx="780748" cy="822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10B3C7-398B-58FC-5B4B-A51B82F34703}"/>
              </a:ext>
            </a:extLst>
          </p:cNvPr>
          <p:cNvSpPr txBox="1"/>
          <p:nvPr/>
        </p:nvSpPr>
        <p:spPr>
          <a:xfrm>
            <a:off x="648929" y="3054240"/>
            <a:ext cx="115430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Idea Title :</a:t>
            </a:r>
            <a:endParaRPr lang="en-IN" sz="2400" dirty="0"/>
          </a:p>
          <a:p>
            <a:r>
              <a:rPr lang="en-IN" sz="2400" b="1" dirty="0"/>
              <a:t>Team Name :</a:t>
            </a:r>
            <a:endParaRPr lang="en-IN" sz="2400" dirty="0"/>
          </a:p>
          <a:p>
            <a:r>
              <a:rPr lang="en-IN" sz="2400" b="1" dirty="0"/>
              <a:t>University / Organisation / College Name :</a:t>
            </a:r>
            <a:endParaRPr lang="en-IN" sz="2400" dirty="0"/>
          </a:p>
          <a:p>
            <a:r>
              <a:rPr lang="en-IN" sz="2400" b="1" dirty="0"/>
              <a:t>Domain</a:t>
            </a:r>
            <a:r>
              <a:rPr lang="en-IN" sz="2400" dirty="0"/>
              <a:t> :</a:t>
            </a:r>
          </a:p>
          <a:p>
            <a:r>
              <a:rPr lang="en-IN" sz="2400" b="1" dirty="0"/>
              <a:t>Idea Category:</a:t>
            </a:r>
            <a:r>
              <a:rPr lang="en-IN" sz="2400" dirty="0"/>
              <a:t> Software/ Hardware</a:t>
            </a: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F6C9ACC6-709E-9083-D165-B3A31A35A310}"/>
              </a:ext>
            </a:extLst>
          </p:cNvPr>
          <p:cNvSpPr/>
          <p:nvPr/>
        </p:nvSpPr>
        <p:spPr>
          <a:xfrm>
            <a:off x="0" y="1662194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7D17CAFF-C6F7-B772-1E07-2A3057373CAE}"/>
              </a:ext>
            </a:extLst>
          </p:cNvPr>
          <p:cNvSpPr/>
          <p:nvPr/>
        </p:nvSpPr>
        <p:spPr>
          <a:xfrm flipH="1">
            <a:off x="8603225" y="1589510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69C338-2F93-3497-D805-BA7C0AF49B72}"/>
              </a:ext>
            </a:extLst>
          </p:cNvPr>
          <p:cNvSpPr txBox="1"/>
          <p:nvPr/>
        </p:nvSpPr>
        <p:spPr>
          <a:xfrm>
            <a:off x="3403600" y="1773043"/>
            <a:ext cx="553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TITLE SLIDE</a:t>
            </a:r>
          </a:p>
          <a:p>
            <a:pPr algn="ctr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9904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A7033-F49D-0ACB-F996-FFBC762A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3FDA37-97E6-1D6D-87EB-71EE9F020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B28481-2C85-A2B6-DA67-095CEAD49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09FFB2-BD17-25EB-6A7C-034E902F0C67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02F28-A9CD-0C93-DB02-8BE3955B52E4}"/>
              </a:ext>
            </a:extLst>
          </p:cNvPr>
          <p:cNvSpPr txBox="1"/>
          <p:nvPr/>
        </p:nvSpPr>
        <p:spPr>
          <a:xfrm>
            <a:off x="726066" y="2746783"/>
            <a:ext cx="11543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Content should cover: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Clear description of the problem being addressed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Who is affected by this problem (users / industry / society)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Why this problem is important and needs a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Current issues or limitations related to the problem</a:t>
            </a:r>
          </a:p>
          <a:p>
            <a:r>
              <a:rPr lang="en-US" sz="2400" i="1" dirty="0"/>
              <a:t>(Use bullet points, avoid paragraphs)</a:t>
            </a:r>
            <a:endParaRPr lang="en-US" sz="2400" dirty="0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5D2EB3CE-5DE3-8F63-6B6D-64B4FE9886DA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752B382A-5C61-17B4-39CE-93FA1A234F16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516237-1374-139C-7A10-340019C2A006}"/>
              </a:ext>
            </a:extLst>
          </p:cNvPr>
          <p:cNvSpPr txBox="1"/>
          <p:nvPr/>
        </p:nvSpPr>
        <p:spPr>
          <a:xfrm>
            <a:off x="3327401" y="1312729"/>
            <a:ext cx="553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1A405D-7179-3741-EF00-EAED5BB7D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DC11D-C16B-BC2D-569A-A4271CBB1BF6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418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958D-7C54-FE05-4A5D-81E76B8F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381693-BBC4-9626-AFBF-BBFD22E04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3F2FA2-75B4-0597-B924-C38CF8322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148074-484D-D980-641E-EE89B45CEE31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38C25-B04D-37BD-FF60-C99043D40CAE}"/>
              </a:ext>
            </a:extLst>
          </p:cNvPr>
          <p:cNvSpPr txBox="1"/>
          <p:nvPr/>
        </p:nvSpPr>
        <p:spPr>
          <a:xfrm>
            <a:off x="726066" y="2746783"/>
            <a:ext cx="11543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Include: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Brief overview of the proposed idea/solution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the solution works (high‑level explanation)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it solves the stated problem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 features of the solution</a:t>
            </a:r>
          </a:p>
          <a:p>
            <a:endParaRPr lang="en-US" sz="2400" dirty="0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17A0E5CA-A99F-70C3-27FB-9149DD6EB290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304E339B-96D5-73E4-723B-7B7D5A97EB18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446F6-D613-FA23-52EB-36F1160FC267}"/>
              </a:ext>
            </a:extLst>
          </p:cNvPr>
          <p:cNvSpPr txBox="1"/>
          <p:nvPr/>
        </p:nvSpPr>
        <p:spPr>
          <a:xfrm>
            <a:off x="3327401" y="1312729"/>
            <a:ext cx="553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PROPOSED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A2B4AC-441C-DA74-D923-1F6374369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A023C-F37D-CC8B-2E47-6D657D8A253A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99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93F2-51BB-DE8A-BB51-CAF8D56E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5CB53A-EDE3-317C-ED00-82A620270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EA7C2D-D46E-42E5-4575-225C1E682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0DEC85-643A-3337-7E0F-6CD8CED08805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917F9-6177-D51A-3382-DA8D29A9B58E}"/>
              </a:ext>
            </a:extLst>
          </p:cNvPr>
          <p:cNvSpPr txBox="1"/>
          <p:nvPr/>
        </p:nvSpPr>
        <p:spPr>
          <a:xfrm>
            <a:off x="929266" y="2667753"/>
            <a:ext cx="115430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Content: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System architecture diagram / workflow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Explanation of data flow / process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Technology Stack:</a:t>
            </a:r>
            <a:endParaRPr lang="en-IN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Programming languages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Tools / frameworks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/>
              <a:t>Hardware / APIs (if any)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Implementation approach (Prototype / Concept / Working Model)</a:t>
            </a: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552FA874-117A-AB05-9475-09BCBE193435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FE71DC8B-8A6A-CB03-E7DE-8F146F1DD74D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8E471-F9B0-3997-2A67-406C5F64940D}"/>
              </a:ext>
            </a:extLst>
          </p:cNvPr>
          <p:cNvSpPr txBox="1"/>
          <p:nvPr/>
        </p:nvSpPr>
        <p:spPr>
          <a:xfrm>
            <a:off x="3126384" y="1291698"/>
            <a:ext cx="5909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WORKFLOW &amp;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E6BF3-7F2F-F625-BB01-C208EFC0E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82EB9-118B-A0B2-6277-F9B99BF216B3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72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C5F8-BBE9-9E5F-61A8-7164EE0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BC54E3-3612-AD1A-657A-707313141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58C0F7-99AE-D5A9-8AD1-26BACF4CA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085304-30F9-67A7-E9B3-8D09040E6178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4A64C-27EF-F5BB-C384-73CF1C8B14AC}"/>
              </a:ext>
            </a:extLst>
          </p:cNvPr>
          <p:cNvSpPr txBox="1"/>
          <p:nvPr/>
        </p:nvSpPr>
        <p:spPr>
          <a:xfrm>
            <a:off x="929266" y="2667753"/>
            <a:ext cx="115430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Include: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makes the idea innovative and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Feasibility analysis (technical, operational, scalability)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Potential challenges and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Strategies to overcome these challenges</a:t>
            </a: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A7DC5538-28DA-F163-0238-B05BBEACCFCB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FA525E46-0B91-F855-296C-5768F17AC44C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5D20BD-A96A-F0B6-6463-BB838717E73D}"/>
              </a:ext>
            </a:extLst>
          </p:cNvPr>
          <p:cNvSpPr txBox="1"/>
          <p:nvPr/>
        </p:nvSpPr>
        <p:spPr>
          <a:xfrm>
            <a:off x="3449740" y="1208474"/>
            <a:ext cx="5292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INNOVATION &amp; FEASIBILITY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F7AC6-9C04-2E43-A745-925649C1F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5375F-C9C8-2FFB-F7D7-14DC57D03DD3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4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55F4-8A84-4DCB-1645-976AADED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47E8C7-7022-54CE-4623-08A54597A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24A28C-A728-EEA5-7F99-593C96401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B9D106-11B0-AE73-76DE-D6DFF81E00A0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1F7E0-A678-ADB7-414D-68DEE3EBE33D}"/>
              </a:ext>
            </a:extLst>
          </p:cNvPr>
          <p:cNvSpPr txBox="1"/>
          <p:nvPr/>
        </p:nvSpPr>
        <p:spPr>
          <a:xfrm>
            <a:off x="929266" y="2667753"/>
            <a:ext cx="115430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Include: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Expected impact of the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Beneficiaries / target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Social, technical, or economic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Long‑term value and scalability</a:t>
            </a: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63DD1059-4CCB-7393-C393-DE7124D77E1D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AED93561-85C1-C3F2-BECC-5A95095CD537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41FEA-12A4-79F8-8479-8D01DEEF85DF}"/>
              </a:ext>
            </a:extLst>
          </p:cNvPr>
          <p:cNvSpPr txBox="1"/>
          <p:nvPr/>
        </p:nvSpPr>
        <p:spPr>
          <a:xfrm>
            <a:off x="3449740" y="1208474"/>
            <a:ext cx="5292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IMPACT &amp; BENEFITS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FF318-9744-E2EE-86EC-1272FFB72CEA}"/>
              </a:ext>
            </a:extLst>
          </p:cNvPr>
          <p:cNvSpPr txBox="1"/>
          <p:nvPr/>
        </p:nvSpPr>
        <p:spPr>
          <a:xfrm>
            <a:off x="4157683" y="2322124"/>
            <a:ext cx="623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FFFFFF"/>
                </a:solidFill>
                <a:effectLst/>
                <a:latin typeface="ui-sans-serif"/>
              </a:rPr>
              <a:t>RESEARCH &amp; 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8106C-7D0C-A7C9-81F5-CD5B1AB42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86CB7-9817-5285-3EA6-CE76DF02DBA1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81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6794-02A4-E3EB-CE69-CAD52C24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BA373-FEBB-C60E-F2E9-965A02D7D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5B3FDF-C5EA-7EFA-0F64-7E33711C5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40D984-DDB5-6266-563C-28F00C747019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D2139-1A40-B0B2-FA8C-2715DE6437F5}"/>
              </a:ext>
            </a:extLst>
          </p:cNvPr>
          <p:cNvSpPr txBox="1"/>
          <p:nvPr/>
        </p:nvSpPr>
        <p:spPr>
          <a:xfrm>
            <a:off x="929266" y="2667753"/>
            <a:ext cx="115430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Include: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Research papers / articles referred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Existing products or platforms studied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Datasets / standards / tools referenced</a:t>
            </a:r>
          </a:p>
          <a:p>
            <a:r>
              <a:rPr lang="en-US" sz="2400" i="1" dirty="0"/>
              <a:t>(Optional if required)</a:t>
            </a:r>
            <a:endParaRPr lang="en-US" sz="2400" dirty="0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DBBFC840-0458-2958-9890-08C4C5B9F487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3106290E-5D79-1B3B-C852-7B41D0F45373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F95E4-855D-6A23-5FA3-84AD09CFAFC9}"/>
              </a:ext>
            </a:extLst>
          </p:cNvPr>
          <p:cNvSpPr txBox="1"/>
          <p:nvPr/>
        </p:nvSpPr>
        <p:spPr>
          <a:xfrm>
            <a:off x="3449740" y="1208474"/>
            <a:ext cx="5292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RESEARCH &amp;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FCA29-A094-F294-3A52-EE0C29588D83}"/>
              </a:ext>
            </a:extLst>
          </p:cNvPr>
          <p:cNvSpPr txBox="1"/>
          <p:nvPr/>
        </p:nvSpPr>
        <p:spPr>
          <a:xfrm>
            <a:off x="4157683" y="2322124"/>
            <a:ext cx="623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FFFFFF"/>
                </a:solidFill>
                <a:effectLst/>
                <a:latin typeface="ui-sans-serif"/>
              </a:rPr>
              <a:t>RESEARCH &amp; 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C3A0B4-28B5-098C-91CC-A80984609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B9941-DC42-332B-BCEA-B5541AD52FBF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194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180B-AE60-EB51-8690-DC364DAE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8FC062-45E6-3C27-DA67-F689774C1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3" y="17543"/>
            <a:ext cx="1041747" cy="1295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6E398D-BDDF-EEAA-D465-5BC7D732B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1505" r="17927" b="24159"/>
          <a:stretch>
            <a:fillRect/>
          </a:stretch>
        </p:blipFill>
        <p:spPr>
          <a:xfrm>
            <a:off x="10807884" y="17543"/>
            <a:ext cx="1149426" cy="1321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6A831E-A0EB-6AEF-0BC6-300066F44D05}"/>
              </a:ext>
            </a:extLst>
          </p:cNvPr>
          <p:cNvSpPr txBox="1"/>
          <p:nvPr/>
        </p:nvSpPr>
        <p:spPr>
          <a:xfrm>
            <a:off x="1794387" y="224890"/>
            <a:ext cx="85737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XPLORA </a:t>
            </a:r>
            <a:r>
              <a:rPr lang="en-US" sz="4000" cap="none" spc="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INNOVATHO</a:t>
            </a:r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N 2026</a:t>
            </a:r>
            <a:endParaRPr lang="en-US" sz="400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BFEE5-7AC8-5A4F-94DE-0B67600DD66F}"/>
              </a:ext>
            </a:extLst>
          </p:cNvPr>
          <p:cNvSpPr txBox="1"/>
          <p:nvPr/>
        </p:nvSpPr>
        <p:spPr>
          <a:xfrm>
            <a:off x="726066" y="2415637"/>
            <a:ext cx="115430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Please ensure the following while submitting the Idea PPT: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Maximum slide limit: </a:t>
            </a:r>
            <a:r>
              <a:rPr lang="en-US" sz="2400" b="1" dirty="0"/>
              <a:t>Seven (7) slides only (including Title Slide)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Avoid paragraphs; use </a:t>
            </a:r>
            <a:r>
              <a:rPr lang="en-US" sz="2400" b="1" dirty="0"/>
              <a:t>points, diagrams, infographics, and images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Keep explanations </a:t>
            </a:r>
            <a:r>
              <a:rPr lang="en-US" sz="2400" b="1" dirty="0"/>
              <a:t>clear, concise, and easy to understand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Idea must be </a:t>
            </a:r>
            <a:r>
              <a:rPr lang="en-US" sz="2400" b="1" dirty="0"/>
              <a:t>unique and novel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Use </a:t>
            </a:r>
            <a:r>
              <a:rPr lang="en-US" sz="2400" b="1" dirty="0"/>
              <a:t>only the provided template</a:t>
            </a:r>
            <a:r>
              <a:rPr lang="en-US" sz="2400" dirty="0"/>
              <a:t> without modifying headings or structure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Save and upload the file </a:t>
            </a:r>
            <a:r>
              <a:rPr lang="en-US" sz="2400" b="1" dirty="0"/>
              <a:t>only in PDF format</a:t>
            </a:r>
            <a:br>
              <a:rPr lang="en-US" sz="2400" dirty="0"/>
            </a:br>
            <a:r>
              <a:rPr lang="en-US" sz="2400" i="1" dirty="0"/>
              <a:t>(No PPT / Word / other formats will be accepted)</a:t>
            </a:r>
            <a:endParaRPr lang="en-US" sz="2400" dirty="0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CBC53B90-3440-BCAB-7106-4139D651E59F}"/>
              </a:ext>
            </a:extLst>
          </p:cNvPr>
          <p:cNvSpPr/>
          <p:nvPr/>
        </p:nvSpPr>
        <p:spPr>
          <a:xfrm>
            <a:off x="0" y="1370728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5D387338-7DA0-D5C5-8756-880AE19A9F07}"/>
              </a:ext>
            </a:extLst>
          </p:cNvPr>
          <p:cNvSpPr/>
          <p:nvPr/>
        </p:nvSpPr>
        <p:spPr>
          <a:xfrm flipH="1">
            <a:off x="8603228" y="1394431"/>
            <a:ext cx="3588774" cy="914400"/>
          </a:xfrm>
          <a:prstGeom prst="halfFram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6DFC42-A50E-76D2-3B82-54A246B3142F}"/>
              </a:ext>
            </a:extLst>
          </p:cNvPr>
          <p:cNvSpPr txBox="1"/>
          <p:nvPr/>
        </p:nvSpPr>
        <p:spPr>
          <a:xfrm>
            <a:off x="3449740" y="1208474"/>
            <a:ext cx="5292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IMPORTANT INSTRUCTIONS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F7FE9-1EAB-BF91-89CD-E3AB0F984B90}"/>
              </a:ext>
            </a:extLst>
          </p:cNvPr>
          <p:cNvSpPr txBox="1"/>
          <p:nvPr/>
        </p:nvSpPr>
        <p:spPr>
          <a:xfrm>
            <a:off x="4157683" y="2322124"/>
            <a:ext cx="623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FFFFFF"/>
                </a:solidFill>
                <a:effectLst/>
                <a:latin typeface="ui-sans-serif"/>
              </a:rPr>
              <a:t>RESEARCH &amp; 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09CA83-DB63-A662-9AFE-0B59142B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9" y="6435429"/>
            <a:ext cx="12191999" cy="50323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0BAC6-42A4-059A-20AB-D4FC706A97DA}"/>
              </a:ext>
            </a:extLst>
          </p:cNvPr>
          <p:cNvSpPr txBox="1"/>
          <p:nvPr/>
        </p:nvSpPr>
        <p:spPr>
          <a:xfrm>
            <a:off x="2950028" y="6518591"/>
            <a:ext cx="629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TradeGothic"/>
              </a:rPr>
              <a:t>@Xplora </a:t>
            </a:r>
            <a:r>
              <a:rPr lang="en-US" dirty="0" err="1">
                <a:solidFill>
                  <a:prstClr val="white"/>
                </a:solidFill>
                <a:latin typeface="TradeGothic"/>
              </a:rPr>
              <a:t>Innovathon</a:t>
            </a:r>
            <a:r>
              <a:rPr lang="en-US" dirty="0">
                <a:solidFill>
                  <a:prstClr val="white"/>
                </a:solidFill>
                <a:latin typeface="TradeGothic"/>
              </a:rPr>
              <a:t> Idea Submission - Template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7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403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Britannic Bold</vt:lpstr>
      <vt:lpstr>Calibri</vt:lpstr>
      <vt:lpstr>Calibri Light</vt:lpstr>
      <vt:lpstr>TradeGothic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NAUNIT SAMANTA SINGHAR</dc:creator>
  <cp:lastModifiedBy>Ujjwal Mandal</cp:lastModifiedBy>
  <cp:revision>3</cp:revision>
  <dcterms:created xsi:type="dcterms:W3CDTF">2026-01-13T09:40:21Z</dcterms:created>
  <dcterms:modified xsi:type="dcterms:W3CDTF">2026-01-13T11:13:00Z</dcterms:modified>
</cp:coreProperties>
</file>